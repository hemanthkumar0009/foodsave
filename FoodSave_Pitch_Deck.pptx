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4D399"/>
                </a:solidFill>
              </a:defRPr>
            </a:pPr>
            <a:r>
              <a:t>PROMPT TO PRODUCTION HACKATHON</a:t>
            </a:r>
          </a:p>
          <a:p>
            <a:pPr>
              <a:spcAft>
                <a:spcPts val="1200"/>
              </a:spcAft>
              <a:defRPr sz="5400" b="1">
                <a:solidFill>
                  <a:srgbClr val="F8FAFC"/>
                </a:solidFill>
              </a:defRPr>
            </a:pPr>
            <a:r>
              <a:t>FoodSave 🌱</a:t>
            </a:r>
          </a:p>
          <a:p>
            <a:pPr>
              <a:spcAft>
                <a:spcPts val="2400"/>
              </a:spcAft>
              <a:defRPr sz="2200">
                <a:solidFill>
                  <a:srgbClr val="34D399"/>
                </a:solidFill>
              </a:defRPr>
            </a:pPr>
            <a:r>
              <a:t>AI-Assisted Surplus Food Rescue &amp; NGO Auto-Dispatch Platform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Presenter: Hemanth Kumar Puthuru   |   Organizers: NBKRIST × ISTE × Paytm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FoodSave — Prompt to Production Hackathon 2026</a:t>
            </a:r>
          </a:p>
          <a:p>
            <a:pPr algn="r">
              <a:defRPr sz="1000">
                <a:solidFill>
                  <a:srgbClr val="34D399"/>
                </a:solidFill>
              </a:defRPr>
            </a:pPr>
            <a:r>
              <a:t>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●  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Real-World Crisis: Closing-Time Food Waste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Millions of tons of edible food end up in landfills while local shelters face acute shortages.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29184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🗑️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Closing-Time Waste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College canteens, hostel messes, restaurants, and caterers prepare bulk food daily. At closing, large batches of untouched edible food are thrown out because keeping it overnight is infeasible.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94560"/>
            <a:ext cx="329184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4231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⏳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Coordination Bottleneck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Food providers lack an automated channel to log leftover surplus during closing rush. Community shelters and NGOs have zero real-time visibility to dispatch volunteers before food spoils.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94560"/>
            <a:ext cx="329184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4231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🌍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Severe Carbon Footprint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Landfilled food decomposes anaerobically into methane—a greenhouse gas 28x more potent than CO2. Every 1 kg of wasted food produces ~2.5 kg of CO2 equivalent emissions.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FoodSave — Prompt to Production Hackathon 2026</a:t>
            </a:r>
          </a:p>
          <a:p>
            <a:pPr algn="r">
              <a:defRPr sz="1000">
                <a:solidFill>
                  <a:srgbClr val="34D399"/>
                </a:solidFill>
              </a:defRPr>
            </a:pPr>
            <a:r>
              <a:t>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● 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Introducing FoodSave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An intelligent, responsive web platform bridging surplus food providers with receivers in under 60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⚡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Key Value Propositions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Closing-Time Auto-Dispatch: Automatically triggers partner NGO rescue requests when kitchens close.</a:t>
            </a:r>
            <a:br/>
            <a:br/>
            <a:r>
              <a:t>• Smart Rescue Priority Engine: Algorithmic urgency ranking (HIGH / MEDIUM / LOW) based on time-to-expiry and volume.</a:t>
            </a:r>
            <a:br/>
            <a:br/>
            <a:r>
              <a:t>• Zero-Friction Posting: 1-click presets for college canteens, bakery surplus, and hostels.</a:t>
            </a:r>
            <a:br/>
            <a:br/>
            <a:r>
              <a:t>• 100% Dynamic Impact Analytics: Verifiable carbon offset and meals rescued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512064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42316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🔄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The Closed-Loop Rescue Model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1. Food Center Closes ➔ Live menu audited for remaining unsold batches.</a:t>
            </a:r>
            <a:br/>
            <a:br/>
            <a:r>
              <a:t>2. 60-Second Countdown ➔ Automated dispatch broadcast sent to 4 partner NGOs.</a:t>
            </a:r>
            <a:br/>
            <a:br/>
            <a:r>
              <a:t>3. 1-Click NGO Claim ➔ Generates cryptographic 6-digit Digital Pickup Pass.</a:t>
            </a:r>
            <a:br/>
            <a:br/>
            <a:r>
              <a:t>4. Physical Handover ➔ Receiver confirms pickup, updating community impact in real-time.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FoodSave — Prompt to Production Hackathon 2026</a:t>
            </a:r>
          </a:p>
          <a:p>
            <a:pPr algn="r">
              <a:defRPr sz="1000">
                <a:solidFill>
                  <a:srgbClr val="34D399"/>
                </a:solidFill>
              </a:defRPr>
            </a:pPr>
            <a:r>
              <a:t>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●  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Restaurant Closing &amp; 60-Second Auto-Dispatch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Solving the real-world scenario: Automatic inventory audit and broadcast alerts right at closing.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29184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🕒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1. Operating Hours &amp; Menu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Configurable operating hours (e.g., 10:00 AM – 10:00 PM). Tracks daily prepared batches against portions sold across menu items (Biryani, Pasta, Bakery, Salads).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94560"/>
            <a:ext cx="329184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4231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📊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2. Closing Surplus Audit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When closing time hits (or via 1-click test button), the engine analyzes remaining portions, calculates total surplus weight (~kg), and checks storage compliance.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94560"/>
            <a:ext cx="329184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4231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🚀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3. 60-Second Countdown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Visual 1-minute countdown timer. At 00:00, automated broadcast dispatch alerts are pushed to registered partner charities (Campus Food Rescue, Hope Shelter, St. Jude).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FoodSave — Prompt to Production Hackathon 2026</a:t>
            </a:r>
          </a:p>
          <a:p>
            <a:pPr algn="r">
              <a:defRPr sz="1000">
                <a:solidFill>
                  <a:srgbClr val="34D399"/>
                </a:solidFill>
              </a:defRPr>
            </a:pPr>
            <a:r>
              <a:t>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●  ALGORITHMIC PRIORITIZATION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Smart Rescue Priority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Dynamic urgency calculation ensures food closest to expiry is prioritized for rescue.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29184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🔥 HIGH PRIORITY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Criteria: Expires in ≤ 2 hours OR has &gt; 40 meals.</a:t>
            </a:r>
            <a:br/>
            <a:br/>
            <a:r>
              <a:t>Highlighted with prominent red badge (#fee2e2 / #b91c1c). Automatically sorted to the top of the feed to dispatch urgent rescue vans.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94560"/>
            <a:ext cx="329184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4231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⚡ MEDIUM PRIORITY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Criteria: Expires in ≤ 5 hours OR has 20–40 meals.</a:t>
            </a:r>
            <a:br/>
            <a:br/>
            <a:r>
              <a:t>Highlighted with amber badge (#fef3c7 / #b45309). Queued for scheduled volunteer collection rounds.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94560"/>
            <a:ext cx="329184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4231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🟢 LOW PRIORITY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Criteria: Standard expiry window (&gt; 5 hours) &amp; regular portions.</a:t>
            </a:r>
            <a:br/>
            <a:br/>
            <a:r>
              <a:t>Highlighted with soft green badge (#f0fdf4 / #166534). Ideal for pantry consolidation or next-morning distribution.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FoodSave — Prompt to Production Hackathon 2026</a:t>
            </a:r>
          </a:p>
          <a:p>
            <a:pPr algn="r">
              <a:defRPr sz="1000">
                <a:solidFill>
                  <a:srgbClr val="34D399"/>
                </a:solidFill>
              </a:defRPr>
            </a:pPr>
            <a:r>
              <a:t>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●  VOLUNTEER &amp; SHELTER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Claim Food &amp; Digital Pickup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 streamlined workflow preventing confusion and establishing chain of custody.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🎫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Frictionless Claim Flow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2-Click Claiming: Receivers enter organization name and estimated arrival time.</a:t>
            </a:r>
            <a:br/>
            <a:br/>
            <a:r>
              <a:t>• Instant Status Flip: Updates listing status from Available to Claimed instantly.</a:t>
            </a:r>
            <a:br/>
            <a:br/>
            <a:r>
              <a:t>• One-Click Direct Calling: Tapping 'Call Provider' opens native phone dialer to reach kitchen manager directly.</a:t>
            </a:r>
            <a:br/>
            <a:br/>
            <a:r>
              <a:t>• Copy Pickup Instructions: 1-click copy formatted address, loading dock gate, and contact info for WhatsApp/SMS dispatch.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512064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42316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🔒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Digital Pass Verification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Cryptographic 6-Digit Code: Generates verified pass token (e.g. FS-8291) to prevent double claims.</a:t>
            </a:r>
            <a:br/>
            <a:br/>
            <a:r>
              <a:t>• Physical Handover Loop: Receiver clicks 'Confirm Food Picked Up' upon arrival.</a:t>
            </a:r>
            <a:br/>
            <a:br/>
            <a:r>
              <a:t>• Immediate Metric Attribution: Instantly closes the rescue loop and feeds data into the community impact dashboard.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FoodSave — Prompt to Production Hackathon 2026</a:t>
            </a:r>
          </a:p>
          <a:p>
            <a:pPr algn="r">
              <a:defRPr sz="1000">
                <a:solidFill>
                  <a:srgbClr val="34D399"/>
                </a:solidFill>
              </a:defRPr>
            </a:pPr>
            <a:r>
              <a:t>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●  VERIFIABLE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Dynamic Impact &amp; Carbon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100% dynamically calculated metrics using official EPA WARM emissions algorithms.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4688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🍲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Meals Rescued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Live sum of all claimed &amp; picked-up meals.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194560"/>
            <a:ext cx="24688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42316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🟢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Meals Available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Real-time count of active available surplus.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94560"/>
            <a:ext cx="24688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42316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⚖️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Waste Diverted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Calculated as 0.4 kg per meal or logged kg.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194560"/>
            <a:ext cx="24688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242316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🌱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CO2 Emissions Saved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EPA WARM standard: 2.5 kg CO2e per kg food.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1069848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34340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📈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Environmental Equivalency Translators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🚗 Gasoline Passenger Vehicle Miles: Translates diverted CO2 into equivalent vehicle miles prevented.</a:t>
            </a:r>
            <a:br/>
            <a:r>
              <a:t>• 🚿 Clean Water Conserved: Tracks agricultural water embedded in rescued produce, grains, and dairy.</a:t>
            </a:r>
            <a:br/>
            <a:r>
              <a:t>• 👨‍👩‍👧‍👦 Family Days Nourished: Converts rescued meal counts into daily nutritional stability units.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FoodSave — Prompt to Production Hackathon 2026</a:t>
            </a:r>
          </a:p>
          <a:p>
            <a:pPr algn="r">
              <a:defRPr sz="1000">
                <a:solidFill>
                  <a:srgbClr val="34D399"/>
                </a:solidFill>
              </a:defRPr>
            </a:pPr>
            <a:r>
              <a:t>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●  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Technical Architecture &amp; Dual-Database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Engineered for zero-setup local hackathon demos with seamless cloud production scaling.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29184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💻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Frontend Stack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Responsive Semantic HTML5 &amp; CSS3</a:t>
            </a:r>
            <a:br/>
            <a:br/>
            <a:r>
              <a:t>• Vanilla Modern JavaScript (ES6+)</a:t>
            </a:r>
            <a:br/>
            <a:br/>
            <a:r>
              <a:t>• Zero Heavy Framework Overheads</a:t>
            </a:r>
            <a:br/>
            <a:br/>
            <a:r>
              <a:t>• Fast Mobile &amp; Desktop Rendering</a:t>
            </a:r>
            <a:br/>
            <a:br/>
            <a:r>
              <a:t>• 30-Second Dynamic Live Countdown Tickers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94560"/>
            <a:ext cx="329184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4231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⚙️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Python REST Backend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Python 3 lightweight HTTP server</a:t>
            </a:r>
            <a:br/>
            <a:br/>
            <a:r>
              <a:t>• SQLite persistent storage (foodsave.db)</a:t>
            </a:r>
            <a:br/>
            <a:br/>
            <a:r>
              <a:t>• Fast REST API endpoints (/api/donations, /api/claims, /api/stats)</a:t>
            </a:r>
            <a:br/>
            <a:br/>
            <a:r>
              <a:t>• Automatic database migration &amp; seed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94560"/>
            <a:ext cx="329184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4231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☁️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Cloud Scalability (Supabase)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Full PostgreSQL cloud migration schema</a:t>
            </a:r>
            <a:br/>
            <a:br/>
            <a:r>
              <a:t>• Row-Level Security (RLS) policies</a:t>
            </a:r>
            <a:br/>
            <a:br/>
            <a:r>
              <a:t>• 1-Click UI toggle between local &amp; Supabase</a:t>
            </a:r>
            <a:br/>
            <a:br/>
            <a:r>
              <a:t>• LocalStorage offline client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FoodSave — Prompt to Production Hackathon 2026</a:t>
            </a:r>
          </a:p>
          <a:p>
            <a:pPr algn="r">
              <a:defRPr sz="1000">
                <a:solidFill>
                  <a:srgbClr val="34D399"/>
                </a:solidFill>
              </a:defRPr>
            </a:pPr>
            <a:r>
              <a:t>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●  PROMPT TO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Prompt Architecture &amp; AI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Structured prompt engineering powering automated food classification and partner dispatches.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🤖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Prompt Engineering Pipelines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1. Surplus Extraction Pipeline:</a:t>
            </a:r>
            <a:br/>
            <a:r>
              <a:t>Ingests kitchen inventory logs and extracts dish names, dietary flags (Veg/Vegan/Non-Veg), and meal counts using strict JSON schemas.</a:t>
            </a:r>
            <a:br/>
            <a:br/>
            <a:r>
              <a:t>2. Food Safety &amp; Temperature Advisor:</a:t>
            </a:r>
            <a:br/>
            <a:r>
              <a:t>Applies safety prompts to append temperature guidance (e.g. 'Maintain hot hold &gt;65°C' or 'Refrigerate at &lt;4°C').</a:t>
            </a:r>
            <a:br/>
            <a:br/>
            <a:r>
              <a:t>3. Automated NGO Broadcast Generation:</a:t>
            </a:r>
            <a:br/>
            <a:r>
              <a:t>Generates concise, actionable dispatch alerts with pickup time windows, vehicle recommendations, and direct contact buttons.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512064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42316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📝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Prompt Architecture Sample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SYSTEM: 'You are the FoodSave AI Dispatch Engine. Given closing inventory deltas, audit edible surplus, calculate rescue priority, and formulate structured dispatch alerts.'</a:t>
            </a:r>
            <a:br/>
            <a:br/>
            <a:r>
              <a:t>INPUT: { dish: 'Campus Vegetable Biryani', remaining: 45, closed_at: '22:00' }</a:t>
            </a:r>
            <a:br/>
            <a:br/>
            <a:r>
              <a:t>OUTPUT: {</a:t>
            </a:r>
            <a:br/>
            <a:r>
              <a:t>  priority: 'HIGH',</a:t>
            </a:r>
            <a:br/>
            <a:r>
              <a:t>  meals: 45,</a:t>
            </a:r>
            <a:br/>
            <a:r>
              <a:t>  temp_guideline: 'Insulated hot box &gt;65°C',</a:t>
            </a:r>
            <a:br/>
            <a:r>
              <a:t>  recipient: 'Hope Community Shelter',</a:t>
            </a:r>
            <a:br/>
            <a:r>
              <a:t>  dispatch_in_seconds: 60</a:t>
            </a:r>
            <a:br/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FoodSave — Prompt to Production Hackathon 2026</a:t>
            </a:r>
          </a:p>
          <a:p>
            <a:pPr algn="r">
              <a:defRPr sz="1000">
                <a:solidFill>
                  <a:srgbClr val="34D399"/>
                </a:solidFill>
              </a:defRPr>
            </a:pPr>
            <a:r>
              <a:t>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4D399"/>
                </a:solidFill>
              </a:defRPr>
            </a:pPr>
            <a:r>
              <a:t>MISSION &amp; VISION</a:t>
            </a:r>
          </a:p>
          <a:p>
            <a:pPr>
              <a:spcAft>
                <a:spcPts val="1800"/>
              </a:spcAft>
              <a:defRPr sz="3600" b="1">
                <a:solidFill>
                  <a:srgbClr val="F8FAFC"/>
                </a:solidFill>
              </a:defRPr>
            </a:pPr>
            <a:r>
              <a:t>Saving Food. Nourishing Lives. Protecting the Planet.</a:t>
            </a:r>
          </a:p>
          <a:p>
            <a:pPr>
              <a:spcAft>
                <a:spcPts val="2800"/>
              </a:spcAft>
              <a:defRPr sz="1600">
                <a:solidFill>
                  <a:srgbClr val="94A3B8"/>
                </a:solidFill>
              </a:defRPr>
            </a:pPr>
            <a:r>
              <a:t>FoodSave turns unavoidable closing-time leftovers into an automated community lifeline.</a:t>
            </a:r>
            <a:br/>
            <a:r>
              <a:t>By combining automated inventory auditing, algorithmic priority ranking, and verified digital pickup passes,</a:t>
            </a:r>
            <a:br/>
            <a:r>
              <a:t>we make zero food waste achievable for campuses, canteens, and communities.</a:t>
            </a:r>
          </a:p>
          <a:p>
            <a:pPr>
              <a:defRPr sz="1600" b="1">
                <a:solidFill>
                  <a:srgbClr val="34D399"/>
                </a:solidFill>
              </a:defRPr>
            </a:pPr>
            <a:r>
              <a:t>🚀 GitHub: github.com/HEMANTHKUMAR0009/FoodSave   |   Live Demo 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FoodSave — Prompt to Production Hackathon 2026</a:t>
            </a:r>
          </a:p>
          <a:p>
            <a:pPr algn="r">
              <a:defRPr sz="1000">
                <a:solidFill>
                  <a:srgbClr val="34D399"/>
                </a:solidFill>
              </a:defRPr>
            </a:pPr>
            <a:r>
              <a:t>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